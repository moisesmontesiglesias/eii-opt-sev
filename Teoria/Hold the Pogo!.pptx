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0" r:id="rId3"/>
    <p:sldId id="261" r:id="rId4"/>
    <p:sldId id="257" r:id="rId5"/>
    <p:sldId id="259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5A129-E8E0-ABDD-49A8-575D79D05953}" v="52" dt="2024-10-01T08:33:27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BD16E-27A3-47A7-A5FA-2D61F7312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2C2E7B-C8EB-43E6-A14B-6F68A8510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CAD3E9-65B6-41E8-AF03-C0AF58BA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9E70D-131F-4884-99DD-285DE66D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C127D7-EFB5-4436-B711-B317A991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899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09588-0DED-41FC-A7F5-093EED3D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F08649-C8E6-49B0-A095-B344FF047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42117A-DAC1-485C-9712-76AFD6F1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D42316-7B8E-47EE-89FE-A72B2D5E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0A1A78-C570-40D9-A149-22AEDAC9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252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B2F75-B29C-4883-A39F-243AE181B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D95DEA-8E65-4423-BB4E-5F7D666BE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EF040E-E5D4-4D86-9C00-7FC37AE5B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8831B9-4E47-48B4-B516-E92FF472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FA4AC1-43CF-4096-9804-EE369EF2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9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74FDA-996E-4C66-8D67-221F5267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F2CCA9-6436-46F9-B286-6AE2518C3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858147-8715-455B-A588-91D9F4413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1BA4F8-C481-40BB-B62C-1AC0E630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553CFE-02E4-4DB0-8391-17E37F7C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374F1C-CAF5-4C87-B2B8-6D650B3D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97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EC6DE-58FC-4511-B186-B3690871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BC7E54-5DF0-4391-9BCA-578E198FB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2713B5-0665-4366-BA86-A512F9944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43FC11-FBAF-4352-82A7-979135112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78293DB-DC1F-4AC1-ACF7-BE324C8B9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9DA715-1F90-4983-9CBB-A56573C1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A2443D-334F-44B9-9E92-A77E38BA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F1A073-175C-48B3-84E9-EDDEA447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600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09268-43AE-45DA-AEF4-974B6A03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00EB26-83A8-462C-BE09-4953B6F7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AAF16AA-0E8D-458E-8021-FA6A0FE8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23D952-AC60-4A7E-A76F-9AEB902E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916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40B3503-3B1A-4E50-B25E-445F6047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912C9E-CA7D-49C2-BDB4-CF96959D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383126-A58A-469B-A70A-9F0CDE82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739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0E252-D70B-4104-B680-8860A0688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5D0630-6E3D-4CEA-8337-9374BB99E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D7E8B0-D7D0-4DF3-A1BC-45486D002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928BDB-C189-4BA1-A34B-5DC3AE5E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21CD63-5E2B-4B7A-B705-DDFC64D8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FE3769-EE97-4634-A109-C95BD1A4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394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04BE8-4FB6-41BF-AC90-1CE41B4F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5A1666-9D2C-4509-894F-2CB180723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9A31AE-4D4A-441B-B01D-F610F9F34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D880F9-D276-4F22-A038-E8B31F86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7F4E34-7756-4CE5-82D6-345D2C32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1D8EA7-83B9-41D6-AC4F-06E71F53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842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9B385-3799-455D-AF5E-5495C534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81DB25-8BC2-42A7-81F1-9A7B074B9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FB377B-A55D-411F-80A1-C3DD0715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F7D35-37C0-4663-BE4F-07FC90A6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291FF-B1AE-499E-903D-70148C0E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64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1D7CE0-4186-49F5-91D4-8DD453073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CC9156-19DB-45C4-9CC0-14AEBDA6D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ED0284-B9B6-4BD8-88B7-05CFF66A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90F37D-B624-4A83-AEC6-866FD174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10D6C-470B-422D-9905-ECC8DBB2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32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4A8B8D-7D7D-489C-94B1-FBCFC84D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7935C8-5CA8-4A7B-9BB1-74BAA286B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EEEB4-F888-4CB4-A5B7-EE4739E75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6F37C-A859-40F6-A8E1-5D33FA64D72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CFE5AB-D00C-4FF5-B0F6-15F553E9D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0FAF9-B760-4B24-9AAD-8764F4EC3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93F33-15AC-4999-8E7B-2835D38BDE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88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49411-F9A2-15C6-9C45-5CBBB4851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5120"/>
            <a:ext cx="9144000" cy="2387600"/>
          </a:xfrm>
        </p:spPr>
        <p:txBody>
          <a:bodyPr>
            <a:norm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Bahnschrift Condensed"/>
                <a:ea typeface="Calibri Light"/>
                <a:cs typeface="Calibri Light"/>
              </a:rPr>
              <a:t>HOLD THE POGO!</a:t>
            </a:r>
            <a:endParaRPr lang="es-ES" sz="9600" b="1" dirty="0">
              <a:solidFill>
                <a:schemeClr val="bg1"/>
              </a:solidFill>
              <a:latin typeface="Bahnschrift Condense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CC6D79-CA12-ABFC-9D94-C74D97120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272481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2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B2A56-2DC2-4863-A485-37857611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DESCRIPCIÓN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A2555C-B6F0-467E-B4A1-A3B9C15C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ES" sz="4400" dirty="0">
                <a:solidFill>
                  <a:schemeClr val="bg1"/>
                </a:solidFill>
                <a:latin typeface="Bahnschrift SemiLight Condensed"/>
              </a:rPr>
              <a:t>Demasiado alcohol ha hecho que te duermas en la fiesta, ¡y ahora te han atado a un </a:t>
            </a:r>
            <a:r>
              <a:rPr lang="es-ES" sz="4400" dirty="0" err="1">
                <a:solidFill>
                  <a:schemeClr val="bg1"/>
                </a:solidFill>
                <a:latin typeface="Bahnschrift SemiLight Condensed"/>
              </a:rPr>
              <a:t>pogo</a:t>
            </a:r>
            <a:r>
              <a:rPr lang="es-ES" sz="4400" dirty="0">
                <a:solidFill>
                  <a:schemeClr val="bg1"/>
                </a:solidFill>
                <a:latin typeface="Bahnschrift SemiLight Condensed"/>
              </a:rPr>
              <a:t>! Ingéniatelas para sobrevivir la novatada y llegar al baño antes de mearte encima.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17DA1A4-9CF0-4427-A4AF-838162B8C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227921" y="4335230"/>
            <a:ext cx="3454773" cy="189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2A40257-8A48-359A-A1D8-08645A9BD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269" y="4440145"/>
            <a:ext cx="2041206" cy="168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8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2CE4E-A010-CEB6-8AB6-6981CCC8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dirty="0">
                <a:solidFill>
                  <a:schemeClr val="bg1"/>
                </a:solidFill>
                <a:latin typeface="Bahnschrift Light Condensed"/>
                <a:ea typeface="Calibri Light" panose="020F0302020204030204"/>
                <a:cs typeface="Calibri Light" panose="020F0302020204030204"/>
              </a:rPr>
              <a:t>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E86EEF-5690-1650-E810-13289CD7D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ES" sz="4400" dirty="0">
                <a:solidFill>
                  <a:schemeClr val="bg1"/>
                </a:solidFill>
                <a:latin typeface="Bahnschrift SemiLight Condensed"/>
                <a:ea typeface="Calibri"/>
                <a:cs typeface="Calibri"/>
              </a:rPr>
              <a:t>Salta de lleno a la fiesta desde la perspectiva de un </a:t>
            </a:r>
            <a:r>
              <a:rPr lang="es-ES" sz="4400" err="1">
                <a:solidFill>
                  <a:schemeClr val="bg1"/>
                </a:solidFill>
                <a:latin typeface="Bahnschrift SemiLight Condensed"/>
                <a:ea typeface="Calibri"/>
                <a:cs typeface="Calibri"/>
              </a:rPr>
              <a:t>pogo</a:t>
            </a:r>
            <a:r>
              <a:rPr lang="es-ES" sz="4400" dirty="0">
                <a:solidFill>
                  <a:schemeClr val="bg1"/>
                </a:solidFill>
                <a:latin typeface="Bahnschrift SemiLight Condensed"/>
                <a:ea typeface="Calibri"/>
                <a:cs typeface="Calibri"/>
              </a:rPr>
              <a:t> experimentando todas las situaciones típicas, y no tan típicas, de una fiesta mientras resuelves intrincados puzles que desafiarán tu lógica y reflejos.</a:t>
            </a:r>
            <a:endParaRPr lang="es-E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94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B2A56-2DC2-4863-A485-37857611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DESAFÍO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A2555C-B6F0-467E-B4A1-A3B9C15C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4400" dirty="0">
                <a:solidFill>
                  <a:schemeClr val="bg1"/>
                </a:solidFill>
                <a:latin typeface="Bahnschrift SemiLight Condensed" panose="020B0502040204020203" pitchFamily="34" charset="0"/>
              </a:rPr>
              <a:t>Resuelve desafiantes puzles en medio de una fiesta, aprovecha tu entorno y aprende a usar tu curioso medio de transporte para llegar a tu objetivo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787A7CF-E3E9-4548-992F-61753426A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782" y="370466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Philosophy of Video Game Puzzle Design | by Josh Bycer | SUPERJUMP |  Medium">
            <a:extLst>
              <a:ext uri="{FF2B5EF4-FFF2-40B4-BE49-F238E27FC236}">
                <a16:creationId xmlns:a16="http://schemas.microsoft.com/office/drawing/2014/main" id="{017DA1A4-9CF0-4427-A4AF-838162B8C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705" y="4017730"/>
            <a:ext cx="3454773" cy="215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44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B2A56-2DC2-4863-A485-37857611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CONTEXTO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A2555C-B6F0-467E-B4A1-A3B9C15C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600" dirty="0">
                <a:solidFill>
                  <a:schemeClr val="bg1"/>
                </a:solidFill>
                <a:latin typeface="Bahnschrift SemiLight Condensed" panose="020B0502040204020203" pitchFamily="34" charset="0"/>
              </a:rPr>
              <a:t>Jugador/es objetivo/s. Edad, experiencia, intereses, plataforma…</a:t>
            </a:r>
          </a:p>
          <a:p>
            <a:pPr marL="0" indent="0" algn="just">
              <a:buNone/>
            </a:pPr>
            <a:r>
              <a:rPr lang="es-ES" sz="3600" dirty="0">
                <a:solidFill>
                  <a:schemeClr val="bg1"/>
                </a:solidFill>
                <a:latin typeface="Bahnschrift SemiLight Condensed" panose="020B0502040204020203" pitchFamily="34" charset="0"/>
              </a:rPr>
              <a:t>Como hacer conocido al juego.</a:t>
            </a:r>
          </a:p>
          <a:p>
            <a:pPr marL="0" indent="0" algn="just">
              <a:buNone/>
            </a:pPr>
            <a:r>
              <a:rPr lang="es-ES" sz="3600" dirty="0">
                <a:solidFill>
                  <a:schemeClr val="bg1"/>
                </a:solidFill>
                <a:latin typeface="Bahnschrift SemiLight Condensed" panose="020B0502040204020203" pitchFamily="34" charset="0"/>
              </a:rPr>
              <a:t>Donde jugarlo</a:t>
            </a:r>
          </a:p>
          <a:p>
            <a:pPr marL="0" indent="0" algn="just">
              <a:buNone/>
            </a:pPr>
            <a:r>
              <a:rPr lang="es-ES" sz="3600" dirty="0">
                <a:solidFill>
                  <a:schemeClr val="bg1"/>
                </a:solidFill>
                <a:latin typeface="Bahnschrift SemiLight Condensed" panose="020B0502040204020203" pitchFamily="34" charset="0"/>
              </a:rPr>
              <a:t>¿Por qué jugarlo? </a:t>
            </a:r>
            <a:r>
              <a:rPr lang="es-ES" sz="3600" dirty="0">
                <a:solidFill>
                  <a:schemeClr val="bg1"/>
                </a:solidFill>
                <a:latin typeface="Bahnschrift SemiLight Condensed" panose="020B0502040204020203" pitchFamily="34" charset="0"/>
                <a:sym typeface="Wingdings" panose="05000000000000000000" pitchFamily="2" charset="2"/>
              </a:rPr>
              <a:t>Entretenimiento, inmersión…</a:t>
            </a:r>
            <a:endParaRPr lang="es-ES" sz="3600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  <a:p>
            <a:pPr marL="0" indent="0" algn="just">
              <a:buNone/>
            </a:pPr>
            <a:endParaRPr lang="es-ES" sz="4400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  <a:p>
            <a:pPr marL="0" indent="0" algn="just">
              <a:buNone/>
            </a:pPr>
            <a:endParaRPr lang="es-ES" sz="4400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  <a:p>
            <a:pPr marL="0" indent="0" algn="just">
              <a:buNone/>
            </a:pPr>
            <a:endParaRPr lang="es-ES" sz="4400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4" descr="Cómo tener todos tus juegos de PC ordenados en una misma biblioteca (aunque  sean de diferentes launchers) sin morir en el intento">
            <a:extLst>
              <a:ext uri="{FF2B5EF4-FFF2-40B4-BE49-F238E27FC236}">
                <a16:creationId xmlns:a16="http://schemas.microsoft.com/office/drawing/2014/main" id="{6BBFD9C3-B087-69E6-D0A3-0C25491DE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59905"/>
            <a:ext cx="2909151" cy="193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a Historia de los Videojuegos - educahistoria">
            <a:extLst>
              <a:ext uri="{FF2B5EF4-FFF2-40B4-BE49-F238E27FC236}">
                <a16:creationId xmlns:a16="http://schemas.microsoft.com/office/drawing/2014/main" id="{ED49E6A0-CD31-4D83-0C4A-84E1EABCF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925" y="4559905"/>
            <a:ext cx="3090332" cy="193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ienvenidos a Steam">
            <a:extLst>
              <a:ext uri="{FF2B5EF4-FFF2-40B4-BE49-F238E27FC236}">
                <a16:creationId xmlns:a16="http://schemas.microsoft.com/office/drawing/2014/main" id="{CEE3D5E3-F09D-7D93-F846-41BCC92BE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832" y="3848099"/>
            <a:ext cx="2230968" cy="125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pic Games Store lanza herramientas de autopublicación para desarrolladores  y editoras - Epic Games Store">
            <a:extLst>
              <a:ext uri="{FF2B5EF4-FFF2-40B4-BE49-F238E27FC236}">
                <a16:creationId xmlns:a16="http://schemas.microsoft.com/office/drawing/2014/main" id="{ADEFF903-DC83-6A93-E9F8-2E385D19D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832" y="5237955"/>
            <a:ext cx="2230968" cy="125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37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60</Words>
  <Application>Microsoft Office PowerPoint</Application>
  <PresentationFormat>Panorámica</PresentationFormat>
  <Paragraphs>8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HOLD THE POGO!</vt:lpstr>
      <vt:lpstr>DESCRIPCIÓN</vt:lpstr>
      <vt:lpstr>Tema</vt:lpstr>
      <vt:lpstr>DESAFÍO</vt:lpstr>
      <vt:lpstr>CONTEXTO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DESAFÍO</dc:title>
  <dc:creator>Pablo Rodríguez García</dc:creator>
  <cp:lastModifiedBy>Sergio Riesco Collar</cp:lastModifiedBy>
  <cp:revision>33</cp:revision>
  <dcterms:created xsi:type="dcterms:W3CDTF">2024-09-30T18:37:59Z</dcterms:created>
  <dcterms:modified xsi:type="dcterms:W3CDTF">2024-10-01T08:33:35Z</dcterms:modified>
</cp:coreProperties>
</file>